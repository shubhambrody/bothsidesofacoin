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417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8FAFC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Calibri"/>
              </a:defRPr>
            </a:pPr>
            <a:r>
              <a:t>BothSidesOfACoin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49039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We don't tell you what to think — we help you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389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AI-Powered Balanced News &amp; Opinion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303520"/>
            <a:ext cx="4480560" cy="5029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5349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Calibri"/>
              </a:defRPr>
            </a:pPr>
            <a:r>
              <a:t>🔥 Hackathon Theme 1: Reimagining Learning &amp; 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6126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Ideation Phase  •  April 2026  •  Team BothSidesOfACoin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  <a:latin typeface="Calibri"/>
              </a:defRPr>
            </a:pPr>
            <a:r>
              <a:t>🚨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Calibri"/>
              </a:defRPr>
            </a:pPr>
            <a:r>
              <a:t>"People don't lack information — they lack balanced information."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25603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8FAFC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Echo Chambers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Algorithms feed you what you</a:t>
            </a:r>
            <a:br/>
            <a:r>
              <a:t>already believe, creating</a:t>
            </a:r>
            <a:br/>
            <a:r>
              <a:t>ideological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25603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8FAFC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Engagement Over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233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Social media optimizes for</a:t>
            </a:r>
            <a:br/>
            <a:r>
              <a:t>clicks and outrage, not</a:t>
            </a:r>
            <a:br/>
            <a:r>
              <a:t>accuracy or 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25603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8FAFC"/>
                </a:solidFill>
                <a:latin typeface="Calibri"/>
              </a:defRPr>
            </a:pPr>
            <a:r>
              <a:t>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No Opposing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Users rarely encounter</a:t>
            </a:r>
            <a:br/>
            <a:r>
              <a:t>perspectives that challenge</a:t>
            </a:r>
            <a:br/>
            <a:r>
              <a:t>their existing beliefs.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560320"/>
            <a:ext cx="256032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8FAFC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Polarization Crisis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0233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Result: misinformation,</a:t>
            </a:r>
            <a:br/>
            <a:r>
              <a:t>shallow understanding,</a:t>
            </a:r>
            <a:br/>
            <a:r>
              <a:t>and societal division.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📊 64% of Americans say social media has a mostly negative effect on the country  •  77% see the other party as immoral  •  Misinformation costs the global economy $78B/year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💡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An AI-powered platform that shows ALL sides of every story — breaking echo chambers through balanced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1️⃣  Collects news from multiple diverse sources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2️⃣  AI classifies each article as Left, Right, or Neutral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3️⃣  Generates multi-perspective summaries side-by-side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4️⃣  Tracks your reading bias and recommends balance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5️⃣  AI Debate Mode lets you explore all viewpoints interactively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3-Side View  (Main USP)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40"/>
            <a:ext cx="1463040" cy="347472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🟦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Progressive groups</a:t>
            </a:r>
            <a:br/>
            <a:r>
              <a:t>argue that strong</a:t>
            </a:r>
            <a:br/>
            <a:r>
              <a:t>regulation is</a:t>
            </a:r>
            <a:br/>
            <a:r>
              <a:t>essential to protect</a:t>
            </a:r>
            <a:br/>
            <a:r>
              <a:t>citizens from AI</a:t>
            </a:r>
            <a:br/>
            <a:r>
              <a:t>risks and deepen</a:t>
            </a:r>
            <a:br/>
            <a:r>
              <a:t>equality...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377440"/>
            <a:ext cx="1463040" cy="3474720"/>
          </a:xfrm>
          <a:prstGeom prst="roundRect">
            <a:avLst>
              <a:gd name="adj" fmla="val 3000"/>
            </a:avLst>
          </a:prstGeom>
          <a:solidFill>
            <a:srgbClr val="2D2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⚪ 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26080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The EU AI Act was</a:t>
            </a:r>
            <a:br/>
            <a:r>
              <a:t>proposed in April</a:t>
            </a:r>
            <a:br/>
            <a:r>
              <a:t>2021 and officially</a:t>
            </a:r>
            <a:br/>
            <a:r>
              <a:t>adopted in March</a:t>
            </a:r>
            <a:br/>
            <a:r>
              <a:t>2024. It applies</a:t>
            </a:r>
            <a:br/>
            <a:r>
              <a:t>a risk-based</a:t>
            </a:r>
            <a:br/>
            <a:r>
              <a:t>approach...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377440"/>
            <a:ext cx="1463040" cy="3474720"/>
          </a:xfrm>
          <a:prstGeom prst="roundRect">
            <a:avLst>
              <a:gd name="adj" fmla="val 3000"/>
            </a:avLst>
          </a:prstGeom>
          <a:solidFill>
            <a:srgbClr val="5F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🟥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926080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Free market</a:t>
            </a:r>
            <a:br/>
            <a:r>
              <a:t>advocates warn</a:t>
            </a:r>
            <a:br/>
            <a:r>
              <a:t>that excessive</a:t>
            </a:r>
            <a:br/>
            <a:r>
              <a:t>regulation will</a:t>
            </a:r>
            <a:br/>
            <a:r>
              <a:t>drive innovation</a:t>
            </a:r>
            <a:br/>
            <a:r>
              <a:t>offshore and harm</a:t>
            </a:r>
            <a:br/>
            <a:r>
              <a:t>competitiveness...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6035040"/>
            <a:ext cx="5760720" cy="50292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6080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Calibri"/>
              </a:defRPr>
            </a:pPr>
            <a:r>
              <a:t>"We are not building another news app. We are building a system that helps people think, not just react."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🧩 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3-Side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Every topic shown from Left,</a:t>
            </a:r>
            <a:br/>
            <a:r>
              <a:t>Right, and Neutral perspectives</a:t>
            </a:r>
            <a:br/>
            <a:r>
              <a:t>side-by-side with source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1887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Bias Detection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Tracks reading patterns, computes</a:t>
            </a:r>
            <a:br/>
            <a:r>
              <a:t>a personal Bias Score (0-100),</a:t>
            </a:r>
            <a:br/>
            <a:r>
              <a:t>alerts when you're in an echo chamber.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887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🗣️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AI Debate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Chat with Left AI, Right AI, and</a:t>
            </a:r>
            <a:br/>
            <a:r>
              <a:t>Neutral AI. Watch them debate.</a:t>
            </a:r>
            <a:br/>
            <a:r>
              <a:t>Judges will LOVE this. 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Opinion Balancer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Dashboard showing your ideology</a:t>
            </a:r>
            <a:br/>
            <a:r>
              <a:t>distribution. Gamification with</a:t>
            </a:r>
            <a:br/>
            <a:r>
              <a:t>badges for balanced readers.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9319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Timeline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How a conflict started, key events,</a:t>
            </a:r>
            <a:br/>
            <a:r>
              <a:t>stakeholders, cause-effect chains.</a:t>
            </a:r>
            <a:br/>
            <a:r>
              <a:t>"Why is this happening?"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93192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9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Impact 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"How does this affect YOU?"</a:t>
            </a:r>
            <a:br/>
            <a:r>
              <a:t>Economic, social, political impact</a:t>
            </a:r>
            <a:br/>
            <a:r>
              <a:t>analysis personalized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🧠 AI ARCHITECTURE — Microsoft AutoGen 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Dynamic multi-agent orchestration — NO hardcoded pipelines. The AI decides what to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7373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🧠 Orchestrator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Calibri"/>
              </a:defRPr>
            </a:pPr>
            <a:r>
              <a:t>Plans steps dynamically</a:t>
            </a:r>
            <a:br/>
            <a:r>
              <a:t>using LLM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News</a:t>
            </a:r>
            <a:br/>
            <a:r>
              <a:t>Collector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Bias</a:t>
            </a:r>
            <a:br/>
            <a:r>
              <a:t>Classifier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Summarizer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Fact</a:t>
            </a:r>
            <a:br/>
            <a:r>
              <a:t>Extractor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Debate</a:t>
            </a:r>
            <a:br/>
            <a:r>
              <a:t>Left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29184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Debate</a:t>
            </a:r>
            <a:br/>
            <a:r>
              <a:t>Right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75488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Debate</a:t>
            </a:r>
            <a:br/>
            <a:r>
              <a:t>Neutral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75488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Bias</a:t>
            </a:r>
            <a:br/>
            <a:r>
              <a:t>Analyzer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75488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Quality</a:t>
            </a:r>
            <a:br/>
            <a:r>
              <a:t>Guard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75488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Timeline</a:t>
            </a:r>
            <a:br/>
            <a:r>
              <a:t>Builder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4754880"/>
            <a:ext cx="155448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Impact</a:t>
            </a:r>
            <a:br/>
            <a:r>
              <a:t>Analyzer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12648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15391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🤖 Ollama (Local LLM)  •  🔀 SelectorGroupChat (LLM picks next agent)  •  🔄 Retry &amp; fallback  •  ✅ Every output validated by QualityGuard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⚙️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🔧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Python 3.11+ (Runtime)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FastAPI (Async Web Framework)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AutoGen 0.4 (AI Orchestration)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Ollama (Local LLM Inference)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PostgreSQL 16 (Database)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Redis 7 (Cache + Sessions)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Celery (Task Queue)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SQLAlchemy 2.0 (ORM)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Stripe (Payments)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🎨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Next.js 14 (App Router, SSR)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TypeScript (Type Safety)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Tailwind CSS + shadcn/ui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Framer Motion (Animations)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Zustand (State Mgmt)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TanStack Query (Data Fetching)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Recharts (Visualizations)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Socket.IO (Real-time)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Zod (Validation)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🏗️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Docker + Docker Compose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Nginx / Traefik (LB + SSL)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GitHub Actions (CI/CD)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Prometheus + Grafana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Structured JSON Logging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JWT + OAuth 2.0 (Auth)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Redis Rate Limiting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OWASP Top 10 Compliant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WCAG AA Accessible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🔥 THEME 1: REIMAGINING LEARNING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Calibri"/>
              </a:defRPr>
            </a:pPr>
            <a:r>
              <a:t>"How can we reinvent the way people learn, share knowledge, and collaborate?"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Personalized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Bias Detection Engine creates a personalized</a:t>
            </a:r>
            <a:br/>
            <a:r>
              <a:t>learning loop — tracks what you read, reveals</a:t>
            </a:r>
            <a:br/>
            <a:r>
              <a:t>your blind spots, recommends what you're missing.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Guiding: "Make learning personalized, on-demand"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Collaborate Across Divides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3-Side View bridges ideological "regions" —</a:t>
            </a:r>
            <a:br/>
            <a:r>
              <a:t>the hardest kind of divide to collaborate across.</a:t>
            </a:r>
            <a:br/>
            <a:r>
              <a:t>Helps people understand viewpoints beyond their bubble.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Guiding: "Collaborate across roles, regions"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Foster Curiosity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AI Debate Mode is a curiosity engine — users</a:t>
            </a:r>
            <a:br/>
            <a:r>
              <a:t>engage with 3 AI personas arguing different</a:t>
            </a:r>
            <a:br/>
            <a:r>
              <a:t>perspectives. Gamified badges reward balanced reading.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Guiding: "Foster curiosity &amp; knowledge-sharing"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Information →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Raw biased news (information) is transformed by</a:t>
            </a:r>
            <a:br/>
            <a:r>
              <a:t>AI into balanced multi-perspective summaries</a:t>
            </a:r>
            <a:br/>
            <a:r>
              <a:t>(insight). Passive consumption → active thinking.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943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Guiding: "Digital tools turn information into insight"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💰 SUBSCRIPTION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Calibri"/>
              </a:defRPr>
            </a:pPr>
            <a:r>
              <a:t>$0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3-Side View (5/day)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AI Summaries (5/day)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AI Debate (2/day)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Basic Bias Score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7-day Reading History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❌ Timeline View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❌ Impact Analyzer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❌ Data Export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⚠️ Minimal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Calibri"/>
              </a:defRPr>
            </a:pPr>
            <a:r>
              <a:t>⭐ MOST 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Calibri"/>
              </a:defRPr>
            </a:pPr>
            <a:r>
              <a:t>$9.99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Unlimited 3-Side Views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Unlimited AI Summaries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Unlimited AI Debates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Real-time Bias Score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Unlimited History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Timeline View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Impact Analyzer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PDF/CSV Export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No 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Calibri"/>
              </a:defRPr>
            </a:pPr>
            <a:r>
              <a:t>$49.99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Everything in Premium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API Access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Team Dashboard (50 users)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Custom News Sources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Custom AI Personas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Priority AI Processing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Priority Support (4h)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Slack Integration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✅ SSO / SAML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🏆 WHY THIS IDEA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Massive 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Combats misinformation and polarization — a global crisis affecting billions.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✅ Real AI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AutoGen 0.4 multi-agent system with 12 specialized agents. Not a GPT wrapper.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✅ Stunning Visual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3-Side View is immediately impressive. Judges understand it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✅ Truly 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Not another chatbot, fitness app, or to-do list. Solves a real cognitive problem.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✅ Geopolitically Relevant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Misinformation, elections, wars — this is the most timely problem to solve.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✅ Production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03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Scalable, secure, containerized. Not a hackathon throwaway — a real product.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943600"/>
            <a:ext cx="7589520" cy="6400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5989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"We are not building another news app. We are building a system that helps people think, not just react."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234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8FAFC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BothSidesOfACoin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Breaking the echo chamber by showing all sides of reality.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114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02920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🔗 github.com/ShubhamBrody/BothSidesOfACoin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440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Calibri"/>
              </a:defRPr>
            </a:pPr>
            <a:r>
              <a:t>🔥 Theme 1: Reimagining Learning &amp;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760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📧 Team BothSidesOfACoin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